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HUFS IoT TERM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위협음 감지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보안 시스템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Sound Detection for Smart Surveillance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Taehyun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·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6월 1일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및 목표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시스템이 필요한가?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보안 시스템은 카메라·움직임 센서에 의존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기반 위협 감지는 사각지대 보완에 효과적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솔루션(예: Axis Sound Detection)은 고가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저비용 Edge AI로 구현 가능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402336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0" y="1280160"/>
            <a:ext cx="73152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78308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Raspberry Pi에서 동작하는 경량 AI 모델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위협음(유리 깨짐, 비명) 자동 감지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부저·LED·카메라 등 다중 액추에이터 통합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사용자에게 사진과 함께 즉시 알림 전송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위협음 감지 IoT 보안 시스템  |  HUFS IoT Term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기반 통합 IoT 보안 시스템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468880" cy="6858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Lavalier USB Mic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4688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+ TFLite Classifier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46888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/ scream / normal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52928" y="1714500"/>
            <a:ext cx="457200" cy="0"/>
          </a:xfrm>
          <a:prstGeom prst="line">
            <a:avLst/>
          </a:prstGeom>
          <a:noFill/>
          <a:ln w="19050">
            <a:solidFill>
              <a:srgbClr val="5A5A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24728" y="1714500"/>
            <a:ext cx="457200" cy="0"/>
          </a:xfrm>
          <a:prstGeom prst="line">
            <a:avLst/>
          </a:prstGeom>
          <a:noFill/>
          <a:ln w="19050">
            <a:solidFill>
              <a:srgbClr val="5A5A6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85216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 감지 시 5개 액션 병렬 실행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43800" y="2468880"/>
            <a:ext cx="0" cy="365760"/>
          </a:xfrm>
          <a:prstGeom prst="line">
            <a:avLst/>
          </a:prstGeom>
          <a:noFill/>
          <a:ln w="1905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1591056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17520"/>
            <a:ext cx="1591056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004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Buzzer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즉각 알람음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84832" y="3017520"/>
            <a:ext cx="1591056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4832" y="3017520"/>
            <a:ext cx="1591056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32004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30552" y="365760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빨간 점멸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03904" y="3017520"/>
            <a:ext cx="1591056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03904" y="3017520"/>
            <a:ext cx="1591056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32004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Camera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9624" y="365760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촬영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2976" y="3017520"/>
            <a:ext cx="1591056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22976" y="3017520"/>
            <a:ext cx="1591056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22976" y="32004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Log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68696" y="365760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이벤트 기록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42048" y="3017520"/>
            <a:ext cx="1591056" cy="137160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3017520"/>
            <a:ext cx="1591056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320040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Notify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87768" y="3657600"/>
            <a:ext cx="14996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사진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위협음 감지 IoT 보안 시스템  |  HUFS IoT Term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현황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수집부터 모델 경량화까지 완료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 ✓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라발리에 마이크 + Raspberry Pi 연결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Camera V2.1 작동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구축 (3 classes, 288 samples)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346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기반 분류 모델 학습 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0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경량화 (795KB → 259KB)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파이프라인 구현 및 테스트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228600" cy="22860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31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886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자동화 (run_all.py)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1280160"/>
            <a:ext cx="384048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280160"/>
            <a:ext cx="73152" cy="31089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데이터셋 구성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120640" y="1783080"/>
            <a:ext cx="13716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4924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 깨짐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783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580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20640" y="2560320"/>
            <a:ext cx="137160" cy="731520"/>
          </a:xfrm>
          <a:prstGeom prst="rect">
            <a:avLst/>
          </a:prstGeom>
          <a:solidFill>
            <a:srgbClr val="C77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2560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2560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85800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0" y="3337560"/>
            <a:ext cx="137160" cy="731520"/>
          </a:xfrm>
          <a:prstGeom prst="rect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492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소음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858000" y="3749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4160520"/>
            <a:ext cx="35204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samples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위협음 감지 IoT 보안 시스템  |  HUFS IoT Term Project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테스트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성능 및 도메인 차이 분석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4937760" cy="219456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시나리오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학습 데이터 glass wav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라발리에 녹음 (말소리)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유리 효과음 (mean pooling)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유리 효과음 (max pooling)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280160"/>
            <a:ext cx="3291840" cy="3108960"/>
          </a:xfrm>
          <a:prstGeom prst="rect">
            <a:avLst/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0" y="1280160"/>
            <a:ext cx="73152" cy="310896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발견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0" y="178308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Pooling의 한계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임팩트 소리(&lt;1초)가 5초 평균 속에 묻혀 normal로 오판됨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Max Pooling 도입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0.96초 단위 프레임별 예측 후 최대값 채택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감지에 더 적합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단발성 위협음을 즉시 검출 가능한 구조 확보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35.5% → 99.1%, 동일 입력에서 약 2.8배 향상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위협음 감지 IoT 보안 시스템  |  HUFS IoT Term Project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도전 과제 및 남은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22일 최종 발표까지의 로드맵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도전 과제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차이 (Domain Mismatch)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vs 실제 마이크 입력의 음향 특성 차이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최소화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박수·발걸음·TV 등 일상 소음과 위협음 구분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처리 성능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Pi의 제한된 CPU에서 latency 최소화 (TFLite 활용)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데이터 부족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22%로 보강 필요 — fine-tuning 시 추가 수집 예정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남은 일정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10058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9788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스트리밍 감지 구현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100584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통합 (부저·LED·LCD·카메라)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606040"/>
            <a:ext cx="1005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606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봇 알림 연동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10058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063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통합 테스트 및 데모 영상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1005840" cy="320040"/>
          </a:xfrm>
          <a:prstGeom prst="rect">
            <a:avLst/>
          </a:prstGeom>
          <a:solidFill>
            <a:srgbClr val="2E7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5204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6월 22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발표 + 라이브 시연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84124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&amp; Discussion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4416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github.com/happy124210/2026-HUFS-IoT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기반 위협음 감지 IoT 보안 시스템</dc:title>
  <dc:subject>PptxGenJS Presentation</dc:subject>
  <dc:creator>Taehyun</dc:creator>
  <cp:lastModifiedBy>Taehyun</cp:lastModifiedBy>
  <cp:revision>1</cp:revision>
  <dcterms:created xsi:type="dcterms:W3CDTF">2026-05-26T17:02:55Z</dcterms:created>
  <dcterms:modified xsi:type="dcterms:W3CDTF">2026-05-26T17:02:55Z</dcterms:modified>
</cp:coreProperties>
</file>